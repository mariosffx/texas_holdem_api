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25350f04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25350f04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25350f04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c25350f04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youtu.be/4bpc2A3gIuc?si=R4HDNQ9RMPTpgFuV" TargetMode="External"/><Relationship Id="rId4" Type="http://schemas.openxmlformats.org/officeDocument/2006/relationships/hyperlink" Target="https://en.wikipedia.org/wiki/Texas_hold_%27em" TargetMode="External"/><Relationship Id="rId5" Type="http://schemas.openxmlformats.org/officeDocument/2006/relationships/hyperlink" Target="https://de.wikipedia.org/wiki/Texas_Hold%E2%80%99em" TargetMode="External"/><Relationship Id="rId6" Type="http://schemas.openxmlformats.org/officeDocument/2006/relationships/hyperlink" Target="https://docs.google.com/spreadsheets/d/1uD0qE21qWTGwAyjNi2ZOXXD-xWXTXPMb/edit?usp=sharing&amp;ouid=116817979327799945328&amp;rtpof=true&amp;sd=true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 Work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086375"/>
            <a:ext cx="8520600" cy="135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due date: February 28th, 2026, 11:59pm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via BlackBoard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38862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arenBoth"/>
            </a:pPr>
            <a:r>
              <a:rPr lang="en"/>
              <a:t>REST =&gt; gRPC + ProtocolBuffers (25 points)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TempConv from scratch with gRPC + ProtocolBuffers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public GitHub repository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http address for calling the service</a:t>
            </a:r>
            <a:br>
              <a:rPr lang="en"/>
            </a:br>
            <a:r>
              <a:rPr lang="en"/>
              <a:t>once finished, send me the </a:t>
            </a:r>
            <a:r>
              <a:rPr lang="en"/>
              <a:t>frontend </a:t>
            </a:r>
            <a:r>
              <a:rPr lang="en"/>
              <a:t>link to	Wolfgang.Pree@chrona.com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699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(2) Texas Hold'em poker: hand eval. + probability calculator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(75 points)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398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 u="sng">
                <a:solidFill>
                  <a:schemeClr val="hlink"/>
                </a:solidFill>
                <a:hlinkClick r:id="rId3"/>
              </a:rPr>
              <a:t>Poker rules</a:t>
            </a:r>
            <a:r>
              <a:rPr lang="en" sz="1700"/>
              <a:t> (by Peter Norvig), Texas Hold'em (Wikipedia, </a:t>
            </a:r>
            <a:r>
              <a:rPr lang="en" sz="1700" u="sng">
                <a:solidFill>
                  <a:schemeClr val="hlink"/>
                </a:solidFill>
                <a:hlinkClick r:id="rId4"/>
              </a:rPr>
              <a:t>English</a:t>
            </a:r>
            <a:r>
              <a:rPr lang="en" sz="1700"/>
              <a:t>/</a:t>
            </a:r>
            <a:r>
              <a:rPr lang="en" sz="1700" u="sng">
                <a:solidFill>
                  <a:schemeClr val="hlink"/>
                </a:solidFill>
                <a:hlinkClick r:id="rId5"/>
              </a:rPr>
              <a:t>German</a:t>
            </a:r>
            <a:r>
              <a:rPr lang="en" sz="1700"/>
              <a:t>)</a:t>
            </a:r>
            <a:endParaRPr sz="1700"/>
          </a:p>
          <a:p>
            <a:pPr indent="-3365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API functionality: </a:t>
            </a:r>
            <a:br>
              <a:rPr lang="en" sz="1700"/>
            </a:br>
            <a:r>
              <a:rPr lang="en" sz="1700"/>
              <a:t>note: a 'card' is specified as string consisting of 2 alphanumeric characters, for example 'HA' for Heart-Ace, or 'S7' for Spade-7, or 'CT' for Club-Ten</a:t>
            </a:r>
            <a:endParaRPr sz="1700"/>
          </a:p>
          <a:p>
            <a:pPr indent="-31115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2 cards + 5 cards =&gt; best hand and its value (eg, three of a kind)</a:t>
            </a:r>
            <a:endParaRPr sz="1300"/>
          </a:p>
          <a:p>
            <a:pPr indent="-31115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2 times (</a:t>
            </a:r>
            <a:r>
              <a:rPr lang="en" sz="1300"/>
              <a:t>2 cards + 5 cards) =&gt; best hand for each of the two card sets and the winner</a:t>
            </a:r>
            <a:endParaRPr sz="1300"/>
          </a:p>
          <a:p>
            <a:pPr indent="-31115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2 cards + 0, 3, 4, 5 cards + number of players + number of Monte Carlo simulations =&gt; probability of winning, calculated with a Monte Carlo simulation</a:t>
            </a:r>
            <a:endParaRPr sz="1300"/>
          </a:p>
          <a:p>
            <a:pPr indent="-3365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 u="sng">
                <a:solidFill>
                  <a:schemeClr val="hlink"/>
                </a:solidFill>
                <a:hlinkClick r:id="rId6"/>
              </a:rPr>
              <a:t>test cases</a:t>
            </a:r>
            <a:r>
              <a:rPr lang="en" sz="1700"/>
              <a:t> for hand evaluation and comparison of hands</a:t>
            </a:r>
            <a:endParaRPr sz="1700"/>
          </a:p>
          <a:p>
            <a:pPr indent="-3365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technology stack as in TempConv (Go, Flutter/Dart, you choose: REST or gRPC+ProtoBuf)</a:t>
            </a:r>
            <a:endParaRPr sz="1700"/>
          </a:p>
          <a:p>
            <a:pPr indent="-3365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public GitHub repository</a:t>
            </a:r>
            <a:endParaRPr sz="1700"/>
          </a:p>
          <a:p>
            <a:pPr indent="-3365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http address for calling the service</a:t>
            </a:r>
            <a:br>
              <a:rPr lang="en" sz="1700"/>
            </a:br>
            <a:r>
              <a:rPr lang="en" sz="1700"/>
              <a:t>once finished, send me the frontend link to	Wolfgang.Pree@chrona.com</a:t>
            </a:r>
            <a:endParaRPr sz="17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